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the full plan: infrastructure, phases, timeline, and training delivery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Two-location model: all compute stays in the Lab, students connect from ICE over VPN.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tracks converge at GameDay for shared TTX practice. Personalized accounts persist across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is all planning and procurement. No physical build yet. Key risk: ICE room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 spec: 32-core CPU, 128GB RAM, 2TB NVMe SSD minimum for 20 concurrent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WireGuard chosen for simplicity, performance, and auditability. Fallback: OpenVPN or IPsec.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costs are metered per session — budget ~$2-5 per student per day for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cohort should include a mix of technical and non-technical students to stress-test both tracks.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Cohort 3, run a lessons-learned session and tune the curriculum before the final two cohorts.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is aggressive but achievable if procurement starts in Month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budget is constrained, 16-core / 64 GB is the minimum viable config for 20 concurrent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VLAN design: VLAN 10 = server, VLAN 20 = management, VLAN 30 = VPN 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need no technical setup — just open a browser. Trainer controls session pacing via ICDEV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accounts simple for the pilot. LDAP integration adds complexity — defer to Phase 6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Two-day intensive. Non-technical students skip missions 12-16 and do an extended GameDay PM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Ollama fallback is the most important mitigation — configure in Phase 4 even if you don't plan to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these in ICDEV's built-in analytics dashboard — no external BI tool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path: server procurement takes 4–6 weeks. Start that in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831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8A951"/>
                </a:solidFill>
              </a:rPr>
              <a:t>ICDEV™ AI Academy &amp; GameDay
Innovation Lab Training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926080"/>
            <a:ext cx="5239512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ICDEV™  ·  A System That Builds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11183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E6F0"/>
                </a:solidFill>
              </a:rPr>
              <a:t>Lab standing up from scratch. Goal: train 100 people in cohorts of 20. Internet-connected. VPN to 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Program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Goal: Train up to 100 people (technical + non-technical) in an ICDEV Innovation Lab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Cohort size: 20 students per session — 5 cohorts to reach 100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Curriculum: ICDEV AI Academy (16 guided missions) + GameDay TTX scenarios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Location: Innovation Lab (ICDEV server) connected via VPN to ICE Training Room (20 PCs)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Everything built from scratch — server, network, VPN, user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Lab  ↔  ICE Training Room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6150711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Innovation Lab: ICDEV server + L2 switch + firewall/router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ICE Training Room: 20 student PCs + 1 trainer + 2 TA PCs (23 total seats)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Connectivity: WireGuard VPN tunnel over internet (encrypted)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Students access ICDEV dashboard via browser — no local installs required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Lab and ICE are separate physical locations connected by internet + VPN</a:t>
            </a:r>
          </a:p>
        </p:txBody>
      </p:sp>
      <p:pic>
        <p:nvPicPr>
          <p:cNvPr id="7" name="Picture 6" descr="diagram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1" y="777240"/>
            <a:ext cx="494096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Training Curriculum: Two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6150711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Technical Track: 16 AI Academy missions — FORGE, ACE co-workers, DevSecOps, Agentic AI canvas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Non-Technical Track: Platform tour, compliance automation, Proposal Genesis, AI governance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Shared: GameDay TTX — cyber incident, compliance audit, risk simulation scenarios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Hands-on: every student gets a personal ICDEV account and live sandbox environment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Duration: 2-day intensive per cohort (Day 1 = Academy, Day 2 = GameDay)</a:t>
            </a:r>
          </a:p>
        </p:txBody>
      </p:sp>
      <p:pic>
        <p:nvPicPr>
          <p:cNvPr id="7" name="Picture 6" descr="diagram_training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1" y="777240"/>
            <a:ext cx="494096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1 — Foundation &amp; Design  |  Months 1–2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Requirements finalization: classification level, user count, compliance baseline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Network design: IP schema, VLAN layout, firewall rule set, VPN topology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Server procurement: spec and order ICDEV host server (see Slide 12 for specs)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ICE coordination: confirm 20 PC availability, reserve training room calendar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Approved Lab Design Document + Bill of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2 — Server &amp; Lab Build  |  Months 2–3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Rack server, L2 switch, firewall/router delivered and racked in Lab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OS install: Ubuntu 22.04 LTS or RHEL 9 — hardened per DISA STIG baseline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PostgreSQL 16 + Python 3.11 environment installed and validated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ICDEV cloned, .env configured (API keys, DB URI, ICDEV_STORAGE_BACKEND=postgresql)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ICDEV dashboard accessible at http://lab-server:5050 — internal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3 — VPN &amp; ICE Connectivity  |  Months 3–4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WireGuard VPN configured: Lab firewall = server peer, ICE router = client peer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Encrypted tunnel: Lab subnet (10.10.1.0/24) ↔ ICE subnet (10.20.1.0/24)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Firewall rules: allow port 5050 (ICDEV dashboard) + 5432 (PG, internal only)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ICE PC browser test: all 23 seats reach ICDEV at http://10.10.1.10:5050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VPN health check report + bandwidth test (target ≥ 10 Mbps/user)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4 — ICDEV Config &amp; Training Content  |  Months 4–5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LLM routing configured: Anthropic API key set, claude-sonnet-4-6 as default model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AI Academy: 16 mission packs loaded, technical + non-technical tracks configured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GameDay TTX: cyber incident, compliance audit, and risk simulation scenarios seeded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ICDEV canvases enabled: Agentic AI, Security, Network, Pipeline, Quality, Boundary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Trainer runbook + student quickstart guide 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5 — User Management &amp; Pilot Cohort  |  Months 5–6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User provisioning: 20 student accounts + trainer + 2 TA accounts per cohort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RBAC: student role (sandbox only), trainer role (read-all + session control), TA role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Cohort reset script: wipes sandbox data between cohorts, preserves platform config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Pilot run: first 20-person cohort — collect feedback, measure completion, fix gaps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After-action report + tuned runbook ready for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Phase 6 — Scale to 100 Students  |  Months 6–9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❆  Run 4 additional cohorts of 20 (Cohorts 2–5) — one every 3–4 weeks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Server capacity: validate CPU/RAM under 20 concurrent users; add RAM if needed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Optionally add a second ICDEV instance for parallel cohort capacity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Continuous improvement: Genesis weekly reflex + lesson-learned engine active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❆  Deliverable: 100 trained students — certificates issued, skills tracked in ICDEV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9-Month Build &amp; Training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6150711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Months 1–2: Foundation — design, procurement, ICE coordination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2–3: Lab Build — server, OS, ICDEV install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3–4: VPN — encrypted tunnel Lab ↔ ICE, 23-seat validation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4–6: Config + Pilot — LLM, Academy, GameDay, first cohort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Months 6–9: Scale — 4 additional cohorts → 100 students trained</a:t>
            </a:r>
          </a:p>
        </p:txBody>
      </p:sp>
      <p:pic>
        <p:nvPicPr>
          <p:cNvPr id="7" name="Picture 6" descr="diagram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791" y="777240"/>
            <a:ext cx="4940960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ICDEV Server Specifications  (20 Concurrent Users)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CPU: 32-core / 64-thread (AMD EPYC or Intel Xeon) — LLM inference + 20 sessions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RAM: 128 GB DDR5 — PostgreSQL buffer pool (32 GB) + per-session overhead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Storage: 2 TB NVMe SSD primary (OS + ICDEV + PG) + 4 TB HDD archive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NIC: 2× 10 GbE (one to switch, one to firewall/uplink) — bonded for redundancy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OS: Ubuntu 22.04 LTS (preferred) or RHEL 9 — DISA STIG hardened at build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Innovation Lab Network Equipment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Firewall/Router: pfSense or Fortinet FortiGate — WireGuard VPN, stateful firewall, IDS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L2 Switch: 24-port managed gigabit (Cisco SG350 or equivalent) — VLANs for server/mgmt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UPS: 1500VA rack-mount — protects server + network gear from power events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Cabling: Cat6A patch cables, rack PDU, 6U wall-mount or floor rack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Internet uplink: ≥ 200 Mbps symmetric — supports 20 concurrent VPN + LLM API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ICE Training Room — 23-Seat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20× Student PCs: browser only (Chrome/Firefox) — no ICDEV local install required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1× Trainer PC: dual-monitor recommended — one for ICDEV session control, one for display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2× TA PCs: monitor + assist student sessions via ICDEV trainer role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Display: projector or large display (75"+) for instructor screen share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ICE network: WireGuard VPN client pre-configured on all 23 PCs — ICDEV via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User Management — Per-Cohort Account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Account naming: student01–student20 (reused per cohort after sandbox reset)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Roles: student (sandbox only), trainer (read-all + HITL approval), ta (view + assist)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Sandbox isolation: each student gets a dedicated tenant namespace — no cross-contamination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Cohort reset: Python script wipes sandbox tables, resets passwords, seeds fresh Academy state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Auth: local ICDEV accounts (Phase 1); optional LDAP/AD integration in Phase 6 scale-up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Training Day Runbook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T-1 day: Run cohort reset script, validate all 23 seats reach ICDEV, brief trainer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1 AM: Platform orientation (1h) → AI Academy missions 1–8 (3h) → Lunch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1 PM: Academy missions 9–16 (3h) → Canvas hands-on workshop (2h)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2 AM: GameDay briefing (1h) → Cyber incident TTX (2h) → Compliance audit TTX (2h)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Day 2 PM: Risk simulation TTX (2h) → After-action review (1h) → Certificates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Key 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Risk: VPN latency &gt; 100ms sluggish dashboard → CDN-optimized static assets + local JS caching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Server overload with 20 concurrent LLM sessions → per-role cost caps + queue throttling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ICE PCs block browser ports → coordinate with ICE IT 30 days before pilot for whitelist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Anthropic API outage during training → Ollama local LLM fallback in llm_config.yaml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Risk: Cohort reset script fails → tested reset procedure + documented manual rollback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0972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8A951"/>
                </a:solidFill>
              </a:rPr>
              <a:t>Success Metrics — How We Know It’s Working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8368"/>
            <a:ext cx="11183112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777240"/>
            <a:ext cx="1118311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>
                <a:solidFill>
                  <a:srgbClr val="FFFFFF"/>
                </a:solidFill>
              </a:rPr>
              <a:t>▸  Academy completion rate: ≥ 90% of students complete all 16 missions per cohort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GameDay TTX scores: ≥ 80% average on cyber, compliance, and risk scenarios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Lab uptime: ≥ 99.5% during scheduled training windows (monitored via ICDEV /monitoring)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Cohort throughput: 5 cohorts of 20 completed within 9 months = 100 students trained</a:t>
            </a:r>
          </a:p>
          <a:p>
            <a:pPr algn="l">
              <a:spcBef>
                <a:spcPts val="600"/>
              </a:spcBef>
            </a:pPr>
            <a:r>
              <a:rPr sz="1600">
                <a:solidFill>
                  <a:srgbClr val="E0E6F0"/>
                </a:solidFill>
              </a:rPr>
              <a:t>▸  Post-training survey: ≥ 4.0/5.0 average on platform usefulness and instructor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31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8A951"/>
                </a:solidFill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2560320"/>
            <a:ext cx="5239512" cy="27432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6F0"/>
                </a:solidFill>
              </a:rPr>
              <a:t>Approve Lab Design Document — kick off server procurement (Month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6F0"/>
                </a:solidFill>
              </a:rPr>
              <a:t>Coordinate with ICE IT — reserve training room + whitelist VPN 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023360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0E6F0"/>
                </a:solidFill>
              </a:rPr>
              <a:t>Assign Lab Admin — person responsible for ICDEV server and cohort resets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0634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3A5F"/>
                </a:solidFill>
              </a:rPr>
              <a:t>ICDEV™  ·  A System That Builds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57432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F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